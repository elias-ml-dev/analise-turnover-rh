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D:\Meus%20documentos\Downloads\Base_RH%20Estudo%20de%20Caso%20Pr&#225;tica.xlsx" TargetMode="Externa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Base!$C$8:$C$1477</cx:f>
        <cx:lvl ptCount="1470" formatCode="Geral">
          <cx:pt idx="0">41</cx:pt>
          <cx:pt idx="1">49</cx:pt>
          <cx:pt idx="2">37</cx:pt>
          <cx:pt idx="3">33</cx:pt>
          <cx:pt idx="4">27</cx:pt>
          <cx:pt idx="5">32</cx:pt>
          <cx:pt idx="6">59</cx:pt>
          <cx:pt idx="7">30</cx:pt>
          <cx:pt idx="8">38</cx:pt>
          <cx:pt idx="9">36</cx:pt>
          <cx:pt idx="10">35</cx:pt>
          <cx:pt idx="11">29</cx:pt>
          <cx:pt idx="12">31</cx:pt>
          <cx:pt idx="13">34</cx:pt>
          <cx:pt idx="14">28</cx:pt>
          <cx:pt idx="15">29</cx:pt>
          <cx:pt idx="16">32</cx:pt>
          <cx:pt idx="17">22</cx:pt>
          <cx:pt idx="18">53</cx:pt>
          <cx:pt idx="19">38</cx:pt>
          <cx:pt idx="20">24</cx:pt>
          <cx:pt idx="21">36</cx:pt>
          <cx:pt idx="22">34</cx:pt>
          <cx:pt idx="23">21</cx:pt>
          <cx:pt idx="24">34</cx:pt>
          <cx:pt idx="25">53</cx:pt>
          <cx:pt idx="26">32</cx:pt>
          <cx:pt idx="27">42</cx:pt>
          <cx:pt idx="28">44</cx:pt>
          <cx:pt idx="29">46</cx:pt>
          <cx:pt idx="30">33</cx:pt>
          <cx:pt idx="31">44</cx:pt>
          <cx:pt idx="32">30</cx:pt>
          <cx:pt idx="33">39</cx:pt>
          <cx:pt idx="34">24</cx:pt>
          <cx:pt idx="35">43</cx:pt>
          <cx:pt idx="36">50</cx:pt>
          <cx:pt idx="37">35</cx:pt>
          <cx:pt idx="38">36</cx:pt>
          <cx:pt idx="39">33</cx:pt>
          <cx:pt idx="40">35</cx:pt>
          <cx:pt idx="41">27</cx:pt>
          <cx:pt idx="42">26</cx:pt>
          <cx:pt idx="43">27</cx:pt>
          <cx:pt idx="44">30</cx:pt>
          <cx:pt idx="45">41</cx:pt>
          <cx:pt idx="46">34</cx:pt>
          <cx:pt idx="47">37</cx:pt>
          <cx:pt idx="48">46</cx:pt>
          <cx:pt idx="49">35</cx:pt>
          <cx:pt idx="50">48</cx:pt>
          <cx:pt idx="51">28</cx:pt>
          <cx:pt idx="52">44</cx:pt>
          <cx:pt idx="53">35</cx:pt>
          <cx:pt idx="54">26</cx:pt>
          <cx:pt idx="55">33</cx:pt>
          <cx:pt idx="56">35</cx:pt>
          <cx:pt idx="57">35</cx:pt>
          <cx:pt idx="58">31</cx:pt>
          <cx:pt idx="59">37</cx:pt>
          <cx:pt idx="60">32</cx:pt>
          <cx:pt idx="61">38</cx:pt>
          <cx:pt idx="62">50</cx:pt>
          <cx:pt idx="63">59</cx:pt>
          <cx:pt idx="64">36</cx:pt>
          <cx:pt idx="65">55</cx:pt>
          <cx:pt idx="66">36</cx:pt>
          <cx:pt idx="67">45</cx:pt>
          <cx:pt idx="68">35</cx:pt>
          <cx:pt idx="69">36</cx:pt>
          <cx:pt idx="70">59</cx:pt>
          <cx:pt idx="71">29</cx:pt>
          <cx:pt idx="72">31</cx:pt>
          <cx:pt idx="73">32</cx:pt>
          <cx:pt idx="74">36</cx:pt>
          <cx:pt idx="75">31</cx:pt>
          <cx:pt idx="76">35</cx:pt>
          <cx:pt idx="77">45</cx:pt>
          <cx:pt idx="78">37</cx:pt>
          <cx:pt idx="79">46</cx:pt>
          <cx:pt idx="80">30</cx:pt>
          <cx:pt idx="81">35</cx:pt>
          <cx:pt idx="82">55</cx:pt>
          <cx:pt idx="83">38</cx:pt>
          <cx:pt idx="84">34</cx:pt>
          <cx:pt idx="85">56</cx:pt>
          <cx:pt idx="86">23</cx:pt>
          <cx:pt idx="87">51</cx:pt>
          <cx:pt idx="88">30</cx:pt>
          <cx:pt idx="89">46</cx:pt>
          <cx:pt idx="90">40</cx:pt>
          <cx:pt idx="91">51</cx:pt>
          <cx:pt idx="92">30</cx:pt>
          <cx:pt idx="93">46</cx:pt>
          <cx:pt idx="94">32</cx:pt>
          <cx:pt idx="95">54</cx:pt>
          <cx:pt idx="96">24</cx:pt>
          <cx:pt idx="97">28</cx:pt>
          <cx:pt idx="98">58</cx:pt>
          <cx:pt idx="99">44</cx:pt>
          <cx:pt idx="100">37</cx:pt>
          <cx:pt idx="101">32</cx:pt>
          <cx:pt idx="102">20</cx:pt>
          <cx:pt idx="103">34</cx:pt>
          <cx:pt idx="104">37</cx:pt>
          <cx:pt idx="105">59</cx:pt>
          <cx:pt idx="106">50</cx:pt>
          <cx:pt idx="107">25</cx:pt>
          <cx:pt idx="108">25</cx:pt>
          <cx:pt idx="109">22</cx:pt>
          <cx:pt idx="110">51</cx:pt>
          <cx:pt idx="111">34</cx:pt>
          <cx:pt idx="112">54</cx:pt>
          <cx:pt idx="113">24</cx:pt>
          <cx:pt idx="114">34</cx:pt>
          <cx:pt idx="115">37</cx:pt>
          <cx:pt idx="116">34</cx:pt>
          <cx:pt idx="117">36</cx:pt>
          <cx:pt idx="118">36</cx:pt>
          <cx:pt idx="119">43</cx:pt>
          <cx:pt idx="120">30</cx:pt>
          <cx:pt idx="121">33</cx:pt>
          <cx:pt idx="122">56</cx:pt>
          <cx:pt idx="123">51</cx:pt>
          <cx:pt idx="124">31</cx:pt>
          <cx:pt idx="125">26</cx:pt>
          <cx:pt idx="126">58</cx:pt>
          <cx:pt idx="127">19</cx:pt>
          <cx:pt idx="128">22</cx:pt>
          <cx:pt idx="129">49</cx:pt>
          <cx:pt idx="130">43</cx:pt>
          <cx:pt idx="131">50</cx:pt>
          <cx:pt idx="132">31</cx:pt>
          <cx:pt idx="133">41</cx:pt>
          <cx:pt idx="134">26</cx:pt>
          <cx:pt idx="135">36</cx:pt>
          <cx:pt idx="136">51</cx:pt>
          <cx:pt idx="137">39</cx:pt>
          <cx:pt idx="138">25</cx:pt>
          <cx:pt idx="139">30</cx:pt>
          <cx:pt idx="140">32</cx:pt>
          <cx:pt idx="141">45</cx:pt>
          <cx:pt idx="142">38</cx:pt>
          <cx:pt idx="143">30</cx:pt>
          <cx:pt idx="144">32</cx:pt>
          <cx:pt idx="145">30</cx:pt>
          <cx:pt idx="146">30</cx:pt>
          <cx:pt idx="147">41</cx:pt>
          <cx:pt idx="148">41</cx:pt>
          <cx:pt idx="149">19</cx:pt>
          <cx:pt idx="150">40</cx:pt>
          <cx:pt idx="151">35</cx:pt>
          <cx:pt idx="152">53</cx:pt>
          <cx:pt idx="153">45</cx:pt>
          <cx:pt idx="154">32</cx:pt>
          <cx:pt idx="155">29</cx:pt>
          <cx:pt idx="156">51</cx:pt>
          <cx:pt idx="157">58</cx:pt>
          <cx:pt idx="158">40</cx:pt>
          <cx:pt idx="159">34</cx:pt>
          <cx:pt idx="160">22</cx:pt>
          <cx:pt idx="161">27</cx:pt>
          <cx:pt idx="162">28</cx:pt>
          <cx:pt idx="163">57</cx:pt>
          <cx:pt idx="164">27</cx:pt>
          <cx:pt idx="165">50</cx:pt>
          <cx:pt idx="166">41</cx:pt>
          <cx:pt idx="167">30</cx:pt>
          <cx:pt idx="168">38</cx:pt>
          <cx:pt idx="169">32</cx:pt>
          <cx:pt idx="170">27</cx:pt>
          <cx:pt idx="171">19</cx:pt>
          <cx:pt idx="172">36</cx:pt>
          <cx:pt idx="173">30</cx:pt>
          <cx:pt idx="174">45</cx:pt>
          <cx:pt idx="175">56</cx:pt>
          <cx:pt idx="176">33</cx:pt>
          <cx:pt idx="177">19</cx:pt>
          <cx:pt idx="178">46</cx:pt>
          <cx:pt idx="179">38</cx:pt>
          <cx:pt idx="180">31</cx:pt>
          <cx:pt idx="181">34</cx:pt>
          <cx:pt idx="182">41</cx:pt>
          <cx:pt idx="183">50</cx:pt>
          <cx:pt idx="184">53</cx:pt>
          <cx:pt idx="185">33</cx:pt>
          <cx:pt idx="186">40</cx:pt>
          <cx:pt idx="187">55</cx:pt>
          <cx:pt idx="188">34</cx:pt>
          <cx:pt idx="189">51</cx:pt>
          <cx:pt idx="190">52</cx:pt>
          <cx:pt idx="191">27</cx:pt>
          <cx:pt idx="192">35</cx:pt>
          <cx:pt idx="193">43</cx:pt>
          <cx:pt idx="194">45</cx:pt>
          <cx:pt idx="195">37</cx:pt>
          <cx:pt idx="196">35</cx:pt>
          <cx:pt idx="197">42</cx:pt>
          <cx:pt idx="198">38</cx:pt>
          <cx:pt idx="199">38</cx:pt>
          <cx:pt idx="200">27</cx:pt>
          <cx:pt idx="201">49</cx:pt>
          <cx:pt idx="202">34</cx:pt>
          <cx:pt idx="203">40</cx:pt>
          <cx:pt idx="204">38</cx:pt>
          <cx:pt idx="205">29</cx:pt>
          <cx:pt idx="206">22</cx:pt>
          <cx:pt idx="207">36</cx:pt>
          <cx:pt idx="208">40</cx:pt>
          <cx:pt idx="209">46</cx:pt>
          <cx:pt idx="210">32</cx:pt>
          <cx:pt idx="211">30</cx:pt>
          <cx:pt idx="212">27</cx:pt>
          <cx:pt idx="213">51</cx:pt>
          <cx:pt idx="214">30</cx:pt>
          <cx:pt idx="215">41</cx:pt>
          <cx:pt idx="216">30</cx:pt>
          <cx:pt idx="217">29</cx:pt>
          <cx:pt idx="218">45</cx:pt>
          <cx:pt idx="219">54</cx:pt>
          <cx:pt idx="220">36</cx:pt>
          <cx:pt idx="221">33</cx:pt>
          <cx:pt idx="222">37</cx:pt>
          <cx:pt idx="223">38</cx:pt>
          <cx:pt idx="224">31</cx:pt>
          <cx:pt idx="225">59</cx:pt>
          <cx:pt idx="226">37</cx:pt>
          <cx:pt idx="227">29</cx:pt>
          <cx:pt idx="228">35</cx:pt>
          <cx:pt idx="229">29</cx:pt>
          <cx:pt idx="230">52</cx:pt>
          <cx:pt idx="231">42</cx:pt>
          <cx:pt idx="232">59</cx:pt>
          <cx:pt idx="233">50</cx:pt>
          <cx:pt idx="234">33</cx:pt>
          <cx:pt idx="235">43</cx:pt>
          <cx:pt idx="236">33</cx:pt>
          <cx:pt idx="237">52</cx:pt>
          <cx:pt idx="238">32</cx:pt>
          <cx:pt idx="239">32</cx:pt>
          <cx:pt idx="240">39</cx:pt>
          <cx:pt idx="241">32</cx:pt>
          <cx:pt idx="242">41</cx:pt>
          <cx:pt idx="243">40</cx:pt>
          <cx:pt idx="244">45</cx:pt>
          <cx:pt idx="245">31</cx:pt>
          <cx:pt idx="246">33</cx:pt>
          <cx:pt idx="247">34</cx:pt>
          <cx:pt idx="248">37</cx:pt>
          <cx:pt idx="249">45</cx:pt>
          <cx:pt idx="250">37</cx:pt>
          <cx:pt idx="251">39</cx:pt>
          <cx:pt idx="252">29</cx:pt>
          <cx:pt idx="253">42</cx:pt>
          <cx:pt idx="254">29</cx:pt>
          <cx:pt idx="255">25</cx:pt>
          <cx:pt idx="256">42</cx:pt>
          <cx:pt idx="257">40</cx:pt>
          <cx:pt idx="258">51</cx:pt>
          <cx:pt idx="259">31</cx:pt>
          <cx:pt idx="260">32</cx:pt>
          <cx:pt idx="261">38</cx:pt>
          <cx:pt idx="262">32</cx:pt>
          <cx:pt idx="263">46</cx:pt>
          <cx:pt idx="264">28</cx:pt>
          <cx:pt idx="265">29</cx:pt>
          <cx:pt idx="266">31</cx:pt>
          <cx:pt idx="267">25</cx:pt>
          <cx:pt idx="268">45</cx:pt>
          <cx:pt idx="269">36</cx:pt>
          <cx:pt idx="270">55</cx:pt>
          <cx:pt idx="271">47</cx:pt>
          <cx:pt idx="272">28</cx:pt>
          <cx:pt idx="273">37</cx:pt>
          <cx:pt idx="274">21</cx:pt>
          <cx:pt idx="275">37</cx:pt>
          <cx:pt idx="276">35</cx:pt>
          <cx:pt idx="277">38</cx:pt>
          <cx:pt idx="278">26</cx:pt>
          <cx:pt idx="279">50</cx:pt>
          <cx:pt idx="280">53</cx:pt>
          <cx:pt idx="281">42</cx:pt>
          <cx:pt idx="282">29</cx:pt>
          <cx:pt idx="283">55</cx:pt>
          <cx:pt idx="284">26</cx:pt>
          <cx:pt idx="285">37</cx:pt>
          <cx:pt idx="286">44</cx:pt>
          <cx:pt idx="287">38</cx:pt>
          <cx:pt idx="288">26</cx:pt>
          <cx:pt idx="289">28</cx:pt>
          <cx:pt idx="290">49</cx:pt>
          <cx:pt idx="291">36</cx:pt>
          <cx:pt idx="292">31</cx:pt>
          <cx:pt idx="293">26</cx:pt>
          <cx:pt idx="294">37</cx:pt>
          <cx:pt idx="295">42</cx:pt>
          <cx:pt idx="296">18</cx:pt>
          <cx:pt idx="297">35</cx:pt>
          <cx:pt idx="298">36</cx:pt>
          <cx:pt idx="299">51</cx:pt>
          <cx:pt idx="300">41</cx:pt>
          <cx:pt idx="301">18</cx:pt>
          <cx:pt idx="302">28</cx:pt>
          <cx:pt idx="303">31</cx:pt>
          <cx:pt idx="304">39</cx:pt>
          <cx:pt idx="305">36</cx:pt>
          <cx:pt idx="306">32</cx:pt>
          <cx:pt idx="307">38</cx:pt>
          <cx:pt idx="308">58</cx:pt>
          <cx:pt idx="309">31</cx:pt>
          <cx:pt idx="310">31</cx:pt>
          <cx:pt idx="311">45</cx:pt>
          <cx:pt idx="312">31</cx:pt>
          <cx:pt idx="313">33</cx:pt>
          <cx:pt idx="314">39</cx:pt>
          <cx:pt idx="315">43</cx:pt>
          <cx:pt idx="316">49</cx:pt>
          <cx:pt idx="317">52</cx:pt>
          <cx:pt idx="318">27</cx:pt>
          <cx:pt idx="319">32</cx:pt>
          <cx:pt idx="320">27</cx:pt>
          <cx:pt idx="321">31</cx:pt>
          <cx:pt idx="322">32</cx:pt>
          <cx:pt idx="323">28</cx:pt>
          <cx:pt idx="324">30</cx:pt>
          <cx:pt idx="325">31</cx:pt>
          <cx:pt idx="326">39</cx:pt>
          <cx:pt idx="327">39</cx:pt>
          <cx:pt idx="328">33</cx:pt>
          <cx:pt idx="329">47</cx:pt>
          <cx:pt idx="330">43</cx:pt>
          <cx:pt idx="331">27</cx:pt>
          <cx:pt idx="332">54</cx:pt>
          <cx:pt idx="333">43</cx:pt>
          <cx:pt idx="334">45</cx:pt>
          <cx:pt idx="335">40</cx:pt>
          <cx:pt idx="336">29</cx:pt>
          <cx:pt idx="337">29</cx:pt>
          <cx:pt idx="338">30</cx:pt>
          <cx:pt idx="339">27</cx:pt>
          <cx:pt idx="340">37</cx:pt>
          <cx:pt idx="341">38</cx:pt>
          <cx:pt idx="342">31</cx:pt>
          <cx:pt idx="343">29</cx:pt>
          <cx:pt idx="344">35</cx:pt>
          <cx:pt idx="345">23</cx:pt>
          <cx:pt idx="346">41</cx:pt>
          <cx:pt idx="347">47</cx:pt>
          <cx:pt idx="348">42</cx:pt>
          <cx:pt idx="349">29</cx:pt>
          <cx:pt idx="350">42</cx:pt>
          <cx:pt idx="351">32</cx:pt>
          <cx:pt idx="352">48</cx:pt>
          <cx:pt idx="353">37</cx:pt>
          <cx:pt idx="354">30</cx:pt>
          <cx:pt idx="355">26</cx:pt>
          <cx:pt idx="356">42</cx:pt>
          <cx:pt idx="357">21</cx:pt>
          <cx:pt idx="358">36</cx:pt>
          <cx:pt idx="359">36</cx:pt>
          <cx:pt idx="360">57</cx:pt>
          <cx:pt idx="361">40</cx:pt>
          <cx:pt idx="362">21</cx:pt>
          <cx:pt idx="363">33</cx:pt>
          <cx:pt idx="364">37</cx:pt>
          <cx:pt idx="365">46</cx:pt>
          <cx:pt idx="366">41</cx:pt>
          <cx:pt idx="367">50</cx:pt>
          <cx:pt idx="368">40</cx:pt>
          <cx:pt idx="369">31</cx:pt>
          <cx:pt idx="370">21</cx:pt>
          <cx:pt idx="371">29</cx:pt>
          <cx:pt idx="372">35</cx:pt>
          <cx:pt idx="373">27</cx:pt>
          <cx:pt idx="374">28</cx:pt>
          <cx:pt idx="375">49</cx:pt>
          <cx:pt idx="376">51</cx:pt>
          <cx:pt idx="377">36</cx:pt>
          <cx:pt idx="378">34</cx:pt>
          <cx:pt idx="379">55</cx:pt>
          <cx:pt idx="380">24</cx:pt>
          <cx:pt idx="381">30</cx:pt>
          <cx:pt idx="382">26</cx:pt>
          <cx:pt idx="383">22</cx:pt>
          <cx:pt idx="384">36</cx:pt>
          <cx:pt idx="385">30</cx:pt>
          <cx:pt idx="386">37</cx:pt>
          <cx:pt idx="387">40</cx:pt>
          <cx:pt idx="388">42</cx:pt>
          <cx:pt idx="389">37</cx:pt>
          <cx:pt idx="390">43</cx:pt>
          <cx:pt idx="391">40</cx:pt>
          <cx:pt idx="392">54</cx:pt>
          <cx:pt idx="393">34</cx:pt>
          <cx:pt idx="394">31</cx:pt>
          <cx:pt idx="395">43</cx:pt>
          <cx:pt idx="396">43</cx:pt>
          <cx:pt idx="397">25</cx:pt>
          <cx:pt idx="398">37</cx:pt>
          <cx:pt idx="399">31</cx:pt>
          <cx:pt idx="400">39</cx:pt>
          <cx:pt idx="401">56</cx:pt>
          <cx:pt idx="402">30</cx:pt>
          <cx:pt idx="403">41</cx:pt>
          <cx:pt idx="404">28</cx:pt>
          <cx:pt idx="405">25</cx:pt>
          <cx:pt idx="406">52</cx:pt>
          <cx:pt idx="407">45</cx:pt>
          <cx:pt idx="408">52</cx:pt>
          <cx:pt idx="409">42</cx:pt>
          <cx:pt idx="410">30</cx:pt>
          <cx:pt idx="411">60</cx:pt>
          <cx:pt idx="412">46</cx:pt>
          <cx:pt idx="413">42</cx:pt>
          <cx:pt idx="414">24</cx:pt>
          <cx:pt idx="415">34</cx:pt>
          <cx:pt idx="416">38</cx:pt>
          <cx:pt idx="417">40</cx:pt>
          <cx:pt idx="418">26</cx:pt>
          <cx:pt idx="419">30</cx:pt>
          <cx:pt idx="420">29</cx:pt>
          <cx:pt idx="421">29</cx:pt>
          <cx:pt idx="422">19</cx:pt>
          <cx:pt idx="423">30</cx:pt>
          <cx:pt idx="424">57</cx:pt>
          <cx:pt idx="425">50</cx:pt>
          <cx:pt idx="426">30</cx:pt>
          <cx:pt idx="427">60</cx:pt>
          <cx:pt idx="428">47</cx:pt>
          <cx:pt idx="429">46</cx:pt>
          <cx:pt idx="430">35</cx:pt>
          <cx:pt idx="431">54</cx:pt>
          <cx:pt idx="432">34</cx:pt>
          <cx:pt idx="433">46</cx:pt>
          <cx:pt idx="434">31</cx:pt>
          <cx:pt idx="435">33</cx:pt>
          <cx:pt idx="436">33</cx:pt>
          <cx:pt idx="437">30</cx:pt>
          <cx:pt idx="438">35</cx:pt>
          <cx:pt idx="439">31</cx:pt>
          <cx:pt idx="440">34</cx:pt>
          <cx:pt idx="441">42</cx:pt>
          <cx:pt idx="442">36</cx:pt>
          <cx:pt idx="443">22</cx:pt>
          <cx:pt idx="444">48</cx:pt>
          <cx:pt idx="445">55</cx:pt>
          <cx:pt idx="446">41</cx:pt>
          <cx:pt idx="447">35</cx:pt>
          <cx:pt idx="448">40</cx:pt>
          <cx:pt idx="449">39</cx:pt>
          <cx:pt idx="450">31</cx:pt>
          <cx:pt idx="451">42</cx:pt>
          <cx:pt idx="452">45</cx:pt>
          <cx:pt idx="453">26</cx:pt>
          <cx:pt idx="454">29</cx:pt>
          <cx:pt idx="455">33</cx:pt>
          <cx:pt idx="456">31</cx:pt>
          <cx:pt idx="457">18</cx:pt>
          <cx:pt idx="458">40</cx:pt>
          <cx:pt idx="459">41</cx:pt>
          <cx:pt idx="460">26</cx:pt>
          <cx:pt idx="461">35</cx:pt>
          <cx:pt idx="462">34</cx:pt>
          <cx:pt idx="463">26</cx:pt>
          <cx:pt idx="464">37</cx:pt>
          <cx:pt idx="465">46</cx:pt>
          <cx:pt idx="466">41</cx:pt>
          <cx:pt idx="467">37</cx:pt>
          <cx:pt idx="468">52</cx:pt>
          <cx:pt idx="469">32</cx:pt>
          <cx:pt idx="470">24</cx:pt>
          <cx:pt idx="471">38</cx:pt>
          <cx:pt idx="472">37</cx:pt>
          <cx:pt idx="473">49</cx:pt>
          <cx:pt idx="474">24</cx:pt>
          <cx:pt idx="475">26</cx:pt>
          <cx:pt idx="476">24</cx:pt>
          <cx:pt idx="477">50</cx:pt>
          <cx:pt idx="478">25</cx:pt>
          <cx:pt idx="479">24</cx:pt>
          <cx:pt idx="480">30</cx:pt>
          <cx:pt idx="481">34</cx:pt>
          <cx:pt idx="482">31</cx:pt>
          <cx:pt idx="483">35</cx:pt>
          <cx:pt idx="484">31</cx:pt>
          <cx:pt idx="485">27</cx:pt>
          <cx:pt idx="486">37</cx:pt>
          <cx:pt idx="487">20</cx:pt>
          <cx:pt idx="488">42</cx:pt>
          <cx:pt idx="489">43</cx:pt>
          <cx:pt idx="490">38</cx:pt>
          <cx:pt idx="491">43</cx:pt>
          <cx:pt idx="492">48</cx:pt>
          <cx:pt idx="493">44</cx:pt>
          <cx:pt idx="494">34</cx:pt>
          <cx:pt idx="495">27</cx:pt>
          <cx:pt idx="496">21</cx:pt>
          <cx:pt idx="497">44</cx:pt>
          <cx:pt idx="498">22</cx:pt>
          <cx:pt idx="499">33</cx:pt>
          <cx:pt idx="500">32</cx:pt>
          <cx:pt idx="501">30</cx:pt>
          <cx:pt idx="502">53</cx:pt>
          <cx:pt idx="503">34</cx:pt>
          <cx:pt idx="504">45</cx:pt>
          <cx:pt idx="505">26</cx:pt>
          <cx:pt idx="506">37</cx:pt>
          <cx:pt idx="507">29</cx:pt>
          <cx:pt idx="508">35</cx:pt>
          <cx:pt idx="509">33</cx:pt>
          <cx:pt idx="510">54</cx:pt>
          <cx:pt idx="511">36</cx:pt>
          <cx:pt idx="512">27</cx:pt>
          <cx:pt idx="513">20</cx:pt>
          <cx:pt idx="514">33</cx:pt>
          <cx:pt idx="515">35</cx:pt>
          <cx:pt idx="516">23</cx:pt>
          <cx:pt idx="517">25</cx:pt>
          <cx:pt idx="518">38</cx:pt>
          <cx:pt idx="519">29</cx:pt>
          <cx:pt idx="520">48</cx:pt>
          <cx:pt idx="521">27</cx:pt>
          <cx:pt idx="522">37</cx:pt>
          <cx:pt idx="523">50</cx:pt>
          <cx:pt idx="524">34</cx:pt>
          <cx:pt idx="525">24</cx:pt>
          <cx:pt idx="526">39</cx:pt>
          <cx:pt idx="527">32</cx:pt>
          <cx:pt idx="528">50</cx:pt>
          <cx:pt idx="529">38</cx:pt>
          <cx:pt idx="530">27</cx:pt>
          <cx:pt idx="531">32</cx:pt>
          <cx:pt idx="532">47</cx:pt>
          <cx:pt idx="533">40</cx:pt>
          <cx:pt idx="534">53</cx:pt>
          <cx:pt idx="535">41</cx:pt>
          <cx:pt idx="536">60</cx:pt>
          <cx:pt idx="537">27</cx:pt>
          <cx:pt idx="538">41</cx:pt>
          <cx:pt idx="539">50</cx:pt>
          <cx:pt idx="540">28</cx:pt>
          <cx:pt idx="541">36</cx:pt>
          <cx:pt idx="542">38</cx:pt>
          <cx:pt idx="543">44</cx:pt>
          <cx:pt idx="544">47</cx:pt>
          <cx:pt idx="545">30</cx:pt>
          <cx:pt idx="546">29</cx:pt>
          <cx:pt idx="547">42</cx:pt>
          <cx:pt idx="548">43</cx:pt>
          <cx:pt idx="549">34</cx:pt>
          <cx:pt idx="550">23</cx:pt>
          <cx:pt idx="551">39</cx:pt>
          <cx:pt idx="552">56</cx:pt>
          <cx:pt idx="553">40</cx:pt>
          <cx:pt idx="554">27</cx:pt>
          <cx:pt idx="555">29</cx:pt>
          <cx:pt idx="556">53</cx:pt>
          <cx:pt idx="557">35</cx:pt>
          <cx:pt idx="558">32</cx:pt>
          <cx:pt idx="559">38</cx:pt>
          <cx:pt idx="560">34</cx:pt>
          <cx:pt idx="561">52</cx:pt>
          <cx:pt idx="562">33</cx:pt>
          <cx:pt idx="563">25</cx:pt>
          <cx:pt idx="564">45</cx:pt>
          <cx:pt idx="565">23</cx:pt>
          <cx:pt idx="566">47</cx:pt>
          <cx:pt idx="567">34</cx:pt>
          <cx:pt idx="568">55</cx:pt>
          <cx:pt idx="569">36</cx:pt>
          <cx:pt idx="570">52</cx:pt>
          <cx:pt idx="571">26</cx:pt>
          <cx:pt idx="572">29</cx:pt>
          <cx:pt idx="573">26</cx:pt>
          <cx:pt idx="574">34</cx:pt>
          <cx:pt idx="575">54</cx:pt>
          <cx:pt idx="576">27</cx:pt>
          <cx:pt idx="577">37</cx:pt>
          <cx:pt idx="578">38</cx:pt>
          <cx:pt idx="579">34</cx:pt>
          <cx:pt idx="580">35</cx:pt>
          <cx:pt idx="581">30</cx:pt>
          <cx:pt idx="582">40</cx:pt>
          <cx:pt idx="583">34</cx:pt>
          <cx:pt idx="584">42</cx:pt>
          <cx:pt idx="585">23</cx:pt>
          <cx:pt idx="586">24</cx:pt>
          <cx:pt idx="587">52</cx:pt>
          <cx:pt idx="588">50</cx:pt>
          <cx:pt idx="589">29</cx:pt>
          <cx:pt idx="590">33</cx:pt>
          <cx:pt idx="591">33</cx:pt>
          <cx:pt idx="592">47</cx:pt>
          <cx:pt idx="593">36</cx:pt>
          <cx:pt idx="594">29</cx:pt>
          <cx:pt idx="595">58</cx:pt>
          <cx:pt idx="596">35</cx:pt>
          <cx:pt idx="597">42</cx:pt>
          <cx:pt idx="598">28</cx:pt>
          <cx:pt idx="599">36</cx:pt>
          <cx:pt idx="600">32</cx:pt>
          <cx:pt idx="601">40</cx:pt>
          <cx:pt idx="602">30</cx:pt>
          <cx:pt idx="603">45</cx:pt>
          <cx:pt idx="604">42</cx:pt>
          <cx:pt idx="605">38</cx:pt>
          <cx:pt idx="606">34</cx:pt>
          <cx:pt idx="607">49</cx:pt>
          <cx:pt idx="608">55</cx:pt>
          <cx:pt idx="609">43</cx:pt>
          <cx:pt idx="610">27</cx:pt>
          <cx:pt idx="611">35</cx:pt>
          <cx:pt idx="612">28</cx:pt>
          <cx:pt idx="613">34</cx:pt>
          <cx:pt idx="614">26</cx:pt>
          <cx:pt idx="615">27</cx:pt>
          <cx:pt idx="616">51</cx:pt>
          <cx:pt idx="617">44</cx:pt>
          <cx:pt idx="618">25</cx:pt>
          <cx:pt idx="619">33</cx:pt>
          <cx:pt idx="620">35</cx:pt>
          <cx:pt idx="621">36</cx:pt>
          <cx:pt idx="622">32</cx:pt>
          <cx:pt idx="623">30</cx:pt>
          <cx:pt idx="624">53</cx:pt>
          <cx:pt idx="625">45</cx:pt>
          <cx:pt idx="626">32</cx:pt>
          <cx:pt idx="627">52</cx:pt>
          <cx:pt idx="628">37</cx:pt>
          <cx:pt idx="629">28</cx:pt>
          <cx:pt idx="630">22</cx:pt>
          <cx:pt idx="631">44</cx:pt>
          <cx:pt idx="632">42</cx:pt>
          <cx:pt idx="633">36</cx:pt>
          <cx:pt idx="634">25</cx:pt>
          <cx:pt idx="635">35</cx:pt>
          <cx:pt idx="636">35</cx:pt>
          <cx:pt idx="637">32</cx:pt>
          <cx:pt idx="638">25</cx:pt>
          <cx:pt idx="639">49</cx:pt>
          <cx:pt idx="640">24</cx:pt>
          <cx:pt idx="641">32</cx:pt>
          <cx:pt idx="642">38</cx:pt>
          <cx:pt idx="643">42</cx:pt>
          <cx:pt idx="644">31</cx:pt>
          <cx:pt idx="645">29</cx:pt>
          <cx:pt idx="646">53</cx:pt>
          <cx:pt idx="647">35</cx:pt>
          <cx:pt idx="648">37</cx:pt>
          <cx:pt idx="649">53</cx:pt>
          <cx:pt idx="650">43</cx:pt>
          <cx:pt idx="651">47</cx:pt>
          <cx:pt idx="652">37</cx:pt>
          <cx:pt idx="653">50</cx:pt>
          <cx:pt idx="654">39</cx:pt>
          <cx:pt idx="655">33</cx:pt>
          <cx:pt idx="656">32</cx:pt>
          <cx:pt idx="657">29</cx:pt>
          <cx:pt idx="658">44</cx:pt>
          <cx:pt idx="659">28</cx:pt>
          <cx:pt idx="660">58</cx:pt>
          <cx:pt idx="661">43</cx:pt>
          <cx:pt idx="662">20</cx:pt>
          <cx:pt idx="663">21</cx:pt>
          <cx:pt idx="664">36</cx:pt>
          <cx:pt idx="665">47</cx:pt>
          <cx:pt idx="666">22</cx:pt>
          <cx:pt idx="667">41</cx:pt>
          <cx:pt idx="668">28</cx:pt>
          <cx:pt idx="669">39</cx:pt>
          <cx:pt idx="670">27</cx:pt>
          <cx:pt idx="671">34</cx:pt>
          <cx:pt idx="672">42</cx:pt>
          <cx:pt idx="673">33</cx:pt>
          <cx:pt idx="674">58</cx:pt>
          <cx:pt idx="675">31</cx:pt>
          <cx:pt idx="676">35</cx:pt>
          <cx:pt idx="677">49</cx:pt>
          <cx:pt idx="678">48</cx:pt>
          <cx:pt idx="679">31</cx:pt>
          <cx:pt idx="680">36</cx:pt>
          <cx:pt idx="681">38</cx:pt>
          <cx:pt idx="682">32</cx:pt>
          <cx:pt idx="683">25</cx:pt>
          <cx:pt idx="684">40</cx:pt>
          <cx:pt idx="685">26</cx:pt>
          <cx:pt idx="686">41</cx:pt>
          <cx:pt idx="687">36</cx:pt>
          <cx:pt idx="688">19</cx:pt>
          <cx:pt idx="689">20</cx:pt>
          <cx:pt idx="690">31</cx:pt>
          <cx:pt idx="691">40</cx:pt>
          <cx:pt idx="692">32</cx:pt>
          <cx:pt idx="693">36</cx:pt>
          <cx:pt idx="694">33</cx:pt>
          <cx:pt idx="695">37</cx:pt>
          <cx:pt idx="696">45</cx:pt>
          <cx:pt idx="697">29</cx:pt>
          <cx:pt idx="698">35</cx:pt>
          <cx:pt idx="699">52</cx:pt>
          <cx:pt idx="700">58</cx:pt>
          <cx:pt idx="701">53</cx:pt>
          <cx:pt idx="702">30</cx:pt>
          <cx:pt idx="703">38</cx:pt>
          <cx:pt idx="704">35</cx:pt>
          <cx:pt idx="705">39</cx:pt>
          <cx:pt idx="706">40</cx:pt>
          <cx:pt idx="707">47</cx:pt>
          <cx:pt idx="708">36</cx:pt>
          <cx:pt idx="709">31</cx:pt>
          <cx:pt idx="710">33</cx:pt>
          <cx:pt idx="711">29</cx:pt>
          <cx:pt idx="712">33</cx:pt>
          <cx:pt idx="713">45</cx:pt>
          <cx:pt idx="714">50</cx:pt>
          <cx:pt idx="715">33</cx:pt>
          <cx:pt idx="716">41</cx:pt>
          <cx:pt idx="717">27</cx:pt>
          <cx:pt idx="718">45</cx:pt>
          <cx:pt idx="719">47</cx:pt>
          <cx:pt idx="720">30</cx:pt>
          <cx:pt idx="721">50</cx:pt>
          <cx:pt idx="722">38</cx:pt>
          <cx:pt idx="723">46</cx:pt>
          <cx:pt idx="724">24</cx:pt>
          <cx:pt idx="725">35</cx:pt>
          <cx:pt idx="726">31</cx:pt>
          <cx:pt idx="727">18</cx:pt>
          <cx:pt idx="728">54</cx:pt>
          <cx:pt idx="729">35</cx:pt>
          <cx:pt idx="730">30</cx:pt>
          <cx:pt idx="731">20</cx:pt>
          <cx:pt idx="732">30</cx:pt>
          <cx:pt idx="733">26</cx:pt>
          <cx:pt idx="734">22</cx:pt>
          <cx:pt idx="735">48</cx:pt>
          <cx:pt idx="736">48</cx:pt>
          <cx:pt idx="737">41</cx:pt>
          <cx:pt idx="738">39</cx:pt>
          <cx:pt idx="739">27</cx:pt>
          <cx:pt idx="740">35</cx:pt>
          <cx:pt idx="741">42</cx:pt>
          <cx:pt idx="742">50</cx:pt>
          <cx:pt idx="743">59</cx:pt>
          <cx:pt idx="744">37</cx:pt>
          <cx:pt idx="745">55</cx:pt>
          <cx:pt idx="746">41</cx:pt>
          <cx:pt idx="747">38</cx:pt>
          <cx:pt idx="748">26</cx:pt>
          <cx:pt idx="749">52</cx:pt>
          <cx:pt idx="750">44</cx:pt>
          <cx:pt idx="751">50</cx:pt>
          <cx:pt idx="752">36</cx:pt>
          <cx:pt idx="753">39</cx:pt>
          <cx:pt idx="754">33</cx:pt>
          <cx:pt idx="755">45</cx:pt>
          <cx:pt idx="756">32</cx:pt>
          <cx:pt idx="757">34</cx:pt>
          <cx:pt idx="758">59</cx:pt>
          <cx:pt idx="759">45</cx:pt>
          <cx:pt idx="760">53</cx:pt>
          <cx:pt idx="761">36</cx:pt>
          <cx:pt idx="762">26</cx:pt>
          <cx:pt idx="763">34</cx:pt>
          <cx:pt idx="764">28</cx:pt>
          <cx:pt idx="765">38</cx:pt>
          <cx:pt idx="766">50</cx:pt>
          <cx:pt idx="767">37</cx:pt>
          <cx:pt idx="768">40</cx:pt>
          <cx:pt idx="769">26</cx:pt>
          <cx:pt idx="770">46</cx:pt>
          <cx:pt idx="771">54</cx:pt>
          <cx:pt idx="772">56</cx:pt>
          <cx:pt idx="773">36</cx:pt>
          <cx:pt idx="774">55</cx:pt>
          <cx:pt idx="775">43</cx:pt>
          <cx:pt idx="776">20</cx:pt>
          <cx:pt idx="777">21</cx:pt>
          <cx:pt idx="778">46</cx:pt>
          <cx:pt idx="779">51</cx:pt>
          <cx:pt idx="780">28</cx:pt>
          <cx:pt idx="781">26</cx:pt>
          <cx:pt idx="782">30</cx:pt>
          <cx:pt idx="783">41</cx:pt>
          <cx:pt idx="784">38</cx:pt>
          <cx:pt idx="785">40</cx:pt>
          <cx:pt idx="786">27</cx:pt>
          <cx:pt idx="787">55</cx:pt>
          <cx:pt idx="788">28</cx:pt>
          <cx:pt idx="789">44</cx:pt>
          <cx:pt idx="790">33</cx:pt>
          <cx:pt idx="791">35</cx:pt>
          <cx:pt idx="792">33</cx:pt>
          <cx:pt idx="793">28</cx:pt>
          <cx:pt idx="794">34</cx:pt>
          <cx:pt idx="795">37</cx:pt>
          <cx:pt idx="796">25</cx:pt>
          <cx:pt idx="797">26</cx:pt>
          <cx:pt idx="798">33</cx:pt>
          <cx:pt idx="799">42</cx:pt>
          <cx:pt idx="800">28</cx:pt>
          <cx:pt idx="801">50</cx:pt>
          <cx:pt idx="802">33</cx:pt>
          <cx:pt idx="803">34</cx:pt>
          <cx:pt idx="804">48</cx:pt>
          <cx:pt idx="805">45</cx:pt>
          <cx:pt idx="806">52</cx:pt>
          <cx:pt idx="807">38</cx:pt>
          <cx:pt idx="808">29</cx:pt>
          <cx:pt idx="809">28</cx:pt>
          <cx:pt idx="810">46</cx:pt>
          <cx:pt idx="811">38</cx:pt>
          <cx:pt idx="812">43</cx:pt>
          <cx:pt idx="813">39</cx:pt>
          <cx:pt idx="814">40</cx:pt>
          <cx:pt idx="815">21</cx:pt>
          <cx:pt idx="816">39</cx:pt>
          <cx:pt idx="817">36</cx:pt>
          <cx:pt idx="818">31</cx:pt>
          <cx:pt idx="819">28</cx:pt>
          <cx:pt idx="820">35</cx:pt>
          <cx:pt idx="821">49</cx:pt>
          <cx:pt idx="822">34</cx:pt>
          <cx:pt idx="823">29</cx:pt>
          <cx:pt idx="824">42</cx:pt>
          <cx:pt idx="825">29</cx:pt>
          <cx:pt idx="826">38</cx:pt>
          <cx:pt idx="827">28</cx:pt>
          <cx:pt idx="828">18</cx:pt>
          <cx:pt idx="829">33</cx:pt>
          <cx:pt idx="830">41</cx:pt>
          <cx:pt idx="831">31</cx:pt>
          <cx:pt idx="832">37</cx:pt>
          <cx:pt idx="833">27</cx:pt>
          <cx:pt idx="834">34</cx:pt>
          <cx:pt idx="835">35</cx:pt>
          <cx:pt idx="836">29</cx:pt>
          <cx:pt idx="837">40</cx:pt>
          <cx:pt idx="838">42</cx:pt>
          <cx:pt idx="839">42</cx:pt>
          <cx:pt idx="840">35</cx:pt>
          <cx:pt idx="841">24</cx:pt>
          <cx:pt idx="842">28</cx:pt>
          <cx:pt idx="843">26</cx:pt>
          <cx:pt idx="844">30</cx:pt>
          <cx:pt idx="845">40</cx:pt>
          <cx:pt idx="846">35</cx:pt>
          <cx:pt idx="847">34</cx:pt>
          <cx:pt idx="848">35</cx:pt>
          <cx:pt idx="849">43</cx:pt>
          <cx:pt idx="850">32</cx:pt>
          <cx:pt idx="851">56</cx:pt>
          <cx:pt idx="852">29</cx:pt>
          <cx:pt idx="853">19</cx:pt>
          <cx:pt idx="854">45</cx:pt>
          <cx:pt idx="855">37</cx:pt>
          <cx:pt idx="856">20</cx:pt>
          <cx:pt idx="857">44</cx:pt>
          <cx:pt idx="858">53</cx:pt>
          <cx:pt idx="859">29</cx:pt>
          <cx:pt idx="860">22</cx:pt>
          <cx:pt idx="861">46</cx:pt>
          <cx:pt idx="862">44</cx:pt>
          <cx:pt idx="863">33</cx:pt>
          <cx:pt idx="864">41</cx:pt>
          <cx:pt idx="865">30</cx:pt>
          <cx:pt idx="866">40</cx:pt>
          <cx:pt idx="867">50</cx:pt>
          <cx:pt idx="868">28</cx:pt>
          <cx:pt idx="869">46</cx:pt>
          <cx:pt idx="870">35</cx:pt>
          <cx:pt idx="871">24</cx:pt>
          <cx:pt idx="872">33</cx:pt>
          <cx:pt idx="873">36</cx:pt>
          <cx:pt idx="874">30</cx:pt>
          <cx:pt idx="875">44</cx:pt>
          <cx:pt idx="876">20</cx:pt>
          <cx:pt idx="877">46</cx:pt>
          <cx:pt idx="878">42</cx:pt>
          <cx:pt idx="879">60</cx:pt>
          <cx:pt idx="880">32</cx:pt>
          <cx:pt idx="881">32</cx:pt>
          <cx:pt idx="882">36</cx:pt>
          <cx:pt idx="883">33</cx:pt>
          <cx:pt idx="884">40</cx:pt>
          <cx:pt idx="885">25</cx:pt>
          <cx:pt idx="886">30</cx:pt>
          <cx:pt idx="887">42</cx:pt>
          <cx:pt idx="888">35</cx:pt>
          <cx:pt idx="889">27</cx:pt>
          <cx:pt idx="890">54</cx:pt>
          <cx:pt idx="891">44</cx:pt>
          <cx:pt idx="892">19</cx:pt>
          <cx:pt idx="893">29</cx:pt>
          <cx:pt idx="894">54</cx:pt>
          <cx:pt idx="895">31</cx:pt>
          <cx:pt idx="896">31</cx:pt>
          <cx:pt idx="897">59</cx:pt>
          <cx:pt idx="898">43</cx:pt>
          <cx:pt idx="899">49</cx:pt>
          <cx:pt idx="900">36</cx:pt>
          <cx:pt idx="901">48</cx:pt>
          <cx:pt idx="902">27</cx:pt>
          <cx:pt idx="903">29</cx:pt>
          <cx:pt idx="904">48</cx:pt>
          <cx:pt idx="905">29</cx:pt>
          <cx:pt idx="906">34</cx:pt>
          <cx:pt idx="907">44</cx:pt>
          <cx:pt idx="908">33</cx:pt>
          <cx:pt idx="909">19</cx:pt>
          <cx:pt idx="910">23</cx:pt>
          <cx:pt idx="911">25</cx:pt>
          <cx:pt idx="912">26</cx:pt>
          <cx:pt idx="913">45</cx:pt>
          <cx:pt idx="914">55</cx:pt>
          <cx:pt idx="915">21</cx:pt>
          <cx:pt idx="916">46</cx:pt>
          <cx:pt idx="917">34</cx:pt>
          <cx:pt idx="918">51</cx:pt>
          <cx:pt idx="919">59</cx:pt>
          <cx:pt idx="920">34</cx:pt>
          <cx:pt idx="921">28</cx:pt>
          <cx:pt idx="922">44</cx:pt>
          <cx:pt idx="923">34</cx:pt>
          <cx:pt idx="924">35</cx:pt>
          <cx:pt idx="925">42</cx:pt>
          <cx:pt idx="926">43</cx:pt>
          <cx:pt idx="927">36</cx:pt>
          <cx:pt idx="928">44</cx:pt>
          <cx:pt idx="929">28</cx:pt>
          <cx:pt idx="930">51</cx:pt>
          <cx:pt idx="931">30</cx:pt>
          <cx:pt idx="932">29</cx:pt>
          <cx:pt idx="933">28</cx:pt>
          <cx:pt idx="934">25</cx:pt>
          <cx:pt idx="935">32</cx:pt>
          <cx:pt idx="936">45</cx:pt>
          <cx:pt idx="937">39</cx:pt>
          <cx:pt idx="938">58</cx:pt>
          <cx:pt idx="939">32</cx:pt>
          <cx:pt idx="940">39</cx:pt>
          <cx:pt idx="941">30</cx:pt>
          <cx:pt idx="942">36</cx:pt>
          <cx:pt idx="943">46</cx:pt>
          <cx:pt idx="944">28</cx:pt>
          <cx:pt idx="945">50</cx:pt>
          <cx:pt idx="946">40</cx:pt>
          <cx:pt idx="947">52</cx:pt>
          <cx:pt idx="948">30</cx:pt>
          <cx:pt idx="949">39</cx:pt>
          <cx:pt idx="950">31</cx:pt>
          <cx:pt idx="951">41</cx:pt>
          <cx:pt idx="952">31</cx:pt>
          <cx:pt idx="953">44</cx:pt>
          <cx:pt idx="954">42</cx:pt>
          <cx:pt idx="955">55</cx:pt>
          <cx:pt idx="956">56</cx:pt>
          <cx:pt idx="957">40</cx:pt>
          <cx:pt idx="958">34</cx:pt>
          <cx:pt idx="959">40</cx:pt>
          <cx:pt idx="960">41</cx:pt>
          <cx:pt idx="961">35</cx:pt>
          <cx:pt idx="962">51</cx:pt>
          <cx:pt idx="963">38</cx:pt>
          <cx:pt idx="964">34</cx:pt>
          <cx:pt idx="965">25</cx:pt>
          <cx:pt idx="966">58</cx:pt>
          <cx:pt idx="967">40</cx:pt>
          <cx:pt idx="968">36</cx:pt>
          <cx:pt idx="969">48</cx:pt>
          <cx:pt idx="970">27</cx:pt>
          <cx:pt idx="971">51</cx:pt>
          <cx:pt idx="972">18</cx:pt>
          <cx:pt idx="973">35</cx:pt>
          <cx:pt idx="974">27</cx:pt>
          <cx:pt idx="975">55</cx:pt>
          <cx:pt idx="976">56</cx:pt>
          <cx:pt idx="977">34</cx:pt>
          <cx:pt idx="978">40</cx:pt>
          <cx:pt idx="979">34</cx:pt>
          <cx:pt idx="980">31</cx:pt>
          <cx:pt idx="981">35</cx:pt>
          <cx:pt idx="982">38</cx:pt>
          <cx:pt idx="983">34</cx:pt>
          <cx:pt idx="984">28</cx:pt>
          <cx:pt idx="985">31</cx:pt>
          <cx:pt idx="986">39</cx:pt>
          <cx:pt idx="987">51</cx:pt>
          <cx:pt idx="988">41</cx:pt>
          <cx:pt idx="989">37</cx:pt>
          <cx:pt idx="990">33</cx:pt>
          <cx:pt idx="991">32</cx:pt>
          <cx:pt idx="992">39</cx:pt>
          <cx:pt idx="993">25</cx:pt>
          <cx:pt idx="994">52</cx:pt>
          <cx:pt idx="995">43</cx:pt>
          <cx:pt idx="996">27</cx:pt>
          <cx:pt idx="997">27</cx:pt>
          <cx:pt idx="998">26</cx:pt>
          <cx:pt idx="999">42</cx:pt>
          <cx:pt idx="1000">52</cx:pt>
          <cx:pt idx="1001">37</cx:pt>
          <cx:pt idx="1002">35</cx:pt>
          <cx:pt idx="1003">25</cx:pt>
          <cx:pt idx="1004">26</cx:pt>
          <cx:pt idx="1005">29</cx:pt>
          <cx:pt idx="1006">49</cx:pt>
          <cx:pt idx="1007">29</cx:pt>
          <cx:pt idx="1008">54</cx:pt>
          <cx:pt idx="1009">58</cx:pt>
          <cx:pt idx="1010">55</cx:pt>
          <cx:pt idx="1011">36</cx:pt>
          <cx:pt idx="1012">31</cx:pt>
          <cx:pt idx="1013">30</cx:pt>
          <cx:pt idx="1014">31</cx:pt>
          <cx:pt idx="1015">34</cx:pt>
          <cx:pt idx="1016">31</cx:pt>
          <cx:pt idx="1017">27</cx:pt>
          <cx:pt idx="1018">36</cx:pt>
          <cx:pt idx="1019">36</cx:pt>
          <cx:pt idx="1020">47</cx:pt>
          <cx:pt idx="1021">25</cx:pt>
          <cx:pt idx="1022">37</cx:pt>
          <cx:pt idx="1023">56</cx:pt>
          <cx:pt idx="1024">47</cx:pt>
          <cx:pt idx="1025">24</cx:pt>
          <cx:pt idx="1026">32</cx:pt>
          <cx:pt idx="1027">34</cx:pt>
          <cx:pt idx="1028">41</cx:pt>
          <cx:pt idx="1029">40</cx:pt>
          <cx:pt idx="1030">31</cx:pt>
          <cx:pt idx="1031">46</cx:pt>
          <cx:pt idx="1032">39</cx:pt>
          <cx:pt idx="1033">31</cx:pt>
          <cx:pt idx="1034">45</cx:pt>
          <cx:pt idx="1035">31</cx:pt>
          <cx:pt idx="1036">31</cx:pt>
          <cx:pt idx="1037">45</cx:pt>
          <cx:pt idx="1038">48</cx:pt>
          <cx:pt idx="1039">34</cx:pt>
          <cx:pt idx="1040">40</cx:pt>
          <cx:pt idx="1041">28</cx:pt>
          <cx:pt idx="1042">44</cx:pt>
          <cx:pt idx="1043">53</cx:pt>
          <cx:pt idx="1044">49</cx:pt>
          <cx:pt idx="1045">40</cx:pt>
          <cx:pt idx="1046">44</cx:pt>
          <cx:pt idx="1047">33</cx:pt>
          <cx:pt idx="1048">34</cx:pt>
          <cx:pt idx="1049">30</cx:pt>
          <cx:pt idx="1050">42</cx:pt>
          <cx:pt idx="1051">44</cx:pt>
          <cx:pt idx="1052">30</cx:pt>
          <cx:pt idx="1053">57</cx:pt>
          <cx:pt idx="1054">49</cx:pt>
          <cx:pt idx="1055">34</cx:pt>
          <cx:pt idx="1056">28</cx:pt>
          <cx:pt idx="1057">29</cx:pt>
          <cx:pt idx="1058">34</cx:pt>
          <cx:pt idx="1059">35</cx:pt>
          <cx:pt idx="1060">24</cx:pt>
          <cx:pt idx="1061">24</cx:pt>
          <cx:pt idx="1062">44</cx:pt>
          <cx:pt idx="1063">29</cx:pt>
          <cx:pt idx="1064">30</cx:pt>
          <cx:pt idx="1065">55</cx:pt>
          <cx:pt idx="1066">33</cx:pt>
          <cx:pt idx="1067">47</cx:pt>
          <cx:pt idx="1068">28</cx:pt>
          <cx:pt idx="1069">28</cx:pt>
          <cx:pt idx="1070">28</cx:pt>
          <cx:pt idx="1071">49</cx:pt>
          <cx:pt idx="1072">29</cx:pt>
          <cx:pt idx="1073">28</cx:pt>
          <cx:pt idx="1074">33</cx:pt>
          <cx:pt idx="1075">32</cx:pt>
          <cx:pt idx="1076">54</cx:pt>
          <cx:pt idx="1077">29</cx:pt>
          <cx:pt idx="1078">44</cx:pt>
          <cx:pt idx="1079">39</cx:pt>
          <cx:pt idx="1080">46</cx:pt>
          <cx:pt idx="1081">35</cx:pt>
          <cx:pt idx="1082">23</cx:pt>
          <cx:pt idx="1083">40</cx:pt>
          <cx:pt idx="1084">34</cx:pt>
          <cx:pt idx="1085">31</cx:pt>
          <cx:pt idx="1086">50</cx:pt>
          <cx:pt idx="1087">34</cx:pt>
          <cx:pt idx="1088">42</cx:pt>
          <cx:pt idx="1089">37</cx:pt>
          <cx:pt idx="1090">29</cx:pt>
          <cx:pt idx="1091">33</cx:pt>
          <cx:pt idx="1092">45</cx:pt>
          <cx:pt idx="1093">42</cx:pt>
          <cx:pt idx="1094">40</cx:pt>
          <cx:pt idx="1095">33</cx:pt>
          <cx:pt idx="1096">40</cx:pt>
          <cx:pt idx="1097">24</cx:pt>
          <cx:pt idx="1098">40</cx:pt>
          <cx:pt idx="1099">45</cx:pt>
          <cx:pt idx="1100">35</cx:pt>
          <cx:pt idx="1101">32</cx:pt>
          <cx:pt idx="1102">36</cx:pt>
          <cx:pt idx="1103">48</cx:pt>
          <cx:pt idx="1104">29</cx:pt>
          <cx:pt idx="1105">33</cx:pt>
          <cx:pt idx="1106">30</cx:pt>
          <cx:pt idx="1107">38</cx:pt>
          <cx:pt idx="1108">35</cx:pt>
          <cx:pt idx="1109">30</cx:pt>
          <cx:pt idx="1110">35</cx:pt>
          <cx:pt idx="1111">53</cx:pt>
          <cx:pt idx="1112">38</cx:pt>
          <cx:pt idx="1113">32</cx:pt>
          <cx:pt idx="1114">48</cx:pt>
          <cx:pt idx="1115">34</cx:pt>
          <cx:pt idx="1116">55</cx:pt>
          <cx:pt idx="1117">34</cx:pt>
          <cx:pt idx="1118">26</cx:pt>
          <cx:pt idx="1119">38</cx:pt>
          <cx:pt idx="1120">38</cx:pt>
          <cx:pt idx="1121">36</cx:pt>
          <cx:pt idx="1122">29</cx:pt>
          <cx:pt idx="1123">35</cx:pt>
          <cx:pt idx="1124">39</cx:pt>
          <cx:pt idx="1125">29</cx:pt>
          <cx:pt idx="1126">50</cx:pt>
          <cx:pt idx="1127">23</cx:pt>
          <cx:pt idx="1128">36</cx:pt>
          <cx:pt idx="1129">42</cx:pt>
          <cx:pt idx="1130">35</cx:pt>
          <cx:pt idx="1131">34</cx:pt>
          <cx:pt idx="1132">40</cx:pt>
          <cx:pt idx="1133">43</cx:pt>
          <cx:pt idx="1134">35</cx:pt>
          <cx:pt idx="1135">46</cx:pt>
          <cx:pt idx="1136">28</cx:pt>
          <cx:pt idx="1137">22</cx:pt>
          <cx:pt idx="1138">50</cx:pt>
          <cx:pt idx="1139">32</cx:pt>
          <cx:pt idx="1140">44</cx:pt>
          <cx:pt idx="1141">30</cx:pt>
          <cx:pt idx="1142">45</cx:pt>
          <cx:pt idx="1143">45</cx:pt>
          <cx:pt idx="1144">31</cx:pt>
          <cx:pt idx="1145">36</cx:pt>
          <cx:pt idx="1146">34</cx:pt>
          <cx:pt idx="1147">49</cx:pt>
          <cx:pt idx="1148">39</cx:pt>
          <cx:pt idx="1149">27</cx:pt>
          <cx:pt idx="1150">35</cx:pt>
          <cx:pt idx="1151">28</cx:pt>
          <cx:pt idx="1152">21</cx:pt>
          <cx:pt idx="1153">18</cx:pt>
          <cx:pt idx="1154">47</cx:pt>
          <cx:pt idx="1155">39</cx:pt>
          <cx:pt idx="1156">40</cx:pt>
          <cx:pt idx="1157">35</cx:pt>
          <cx:pt idx="1158">37</cx:pt>
          <cx:pt idx="1159">39</cx:pt>
          <cx:pt idx="1160">45</cx:pt>
          <cx:pt idx="1161">38</cx:pt>
          <cx:pt idx="1162">35</cx:pt>
          <cx:pt idx="1163">37</cx:pt>
          <cx:pt idx="1164">40</cx:pt>
          <cx:pt idx="1165">44</cx:pt>
          <cx:pt idx="1166">48</cx:pt>
          <cx:pt idx="1167">35</cx:pt>
          <cx:pt idx="1168">24</cx:pt>
          <cx:pt idx="1169">27</cx:pt>
          <cx:pt idx="1170">27</cx:pt>
          <cx:pt idx="1171">40</cx:pt>
          <cx:pt idx="1172">29</cx:pt>
          <cx:pt idx="1173">36</cx:pt>
          <cx:pt idx="1174">25</cx:pt>
          <cx:pt idx="1175">39</cx:pt>
          <cx:pt idx="1176">49</cx:pt>
          <cx:pt idx="1177">50</cx:pt>
          <cx:pt idx="1178">20</cx:pt>
          <cx:pt idx="1179">34</cx:pt>
          <cx:pt idx="1180">36</cx:pt>
          <cx:pt idx="1181">49</cx:pt>
          <cx:pt idx="1182">36</cx:pt>
          <cx:pt idx="1183">36</cx:pt>
          <cx:pt idx="1184">54</cx:pt>
          <cx:pt idx="1185">43</cx:pt>
          <cx:pt idx="1186">35</cx:pt>
          <cx:pt idx="1187">38</cx:pt>
          <cx:pt idx="1188">29</cx:pt>
          <cx:pt idx="1189">33</cx:pt>
          <cx:pt idx="1190">32</cx:pt>
          <cx:pt idx="1191">31</cx:pt>
          <cx:pt idx="1192">49</cx:pt>
          <cx:pt idx="1193">38</cx:pt>
          <cx:pt idx="1194">47</cx:pt>
          <cx:pt idx="1195">49</cx:pt>
          <cx:pt idx="1196">41</cx:pt>
          <cx:pt idx="1197">20</cx:pt>
          <cx:pt idx="1198">33</cx:pt>
          <cx:pt idx="1199">36</cx:pt>
          <cx:pt idx="1200">44</cx:pt>
          <cx:pt idx="1201">23</cx:pt>
          <cx:pt idx="1202">38</cx:pt>
          <cx:pt idx="1203">53</cx:pt>
          <cx:pt idx="1204">48</cx:pt>
          <cx:pt idx="1205">32</cx:pt>
          <cx:pt idx="1206">26</cx:pt>
          <cx:pt idx="1207">55</cx:pt>
          <cx:pt idx="1208">34</cx:pt>
          <cx:pt idx="1209">60</cx:pt>
          <cx:pt idx="1210">33</cx:pt>
          <cx:pt idx="1211">37</cx:pt>
          <cx:pt idx="1212">34</cx:pt>
          <cx:pt idx="1213">23</cx:pt>
          <cx:pt idx="1214">44</cx:pt>
          <cx:pt idx="1215">35</cx:pt>
          <cx:pt idx="1216">43</cx:pt>
          <cx:pt idx="1217">24</cx:pt>
          <cx:pt idx="1218">41</cx:pt>
          <cx:pt idx="1219">29</cx:pt>
          <cx:pt idx="1220">36</cx:pt>
          <cx:pt idx="1221">45</cx:pt>
          <cx:pt idx="1222">24</cx:pt>
          <cx:pt idx="1223">47</cx:pt>
          <cx:pt idx="1224">26</cx:pt>
          <cx:pt idx="1225">45</cx:pt>
          <cx:pt idx="1226">32</cx:pt>
          <cx:pt idx="1227">31</cx:pt>
          <cx:pt idx="1228">41</cx:pt>
          <cx:pt idx="1229">40</cx:pt>
          <cx:pt idx="1230">24</cx:pt>
          <cx:pt idx="1231">46</cx:pt>
          <cx:pt idx="1232">35</cx:pt>
          <cx:pt idx="1233">30</cx:pt>
          <cx:pt idx="1234">47</cx:pt>
          <cx:pt idx="1235">46</cx:pt>
          <cx:pt idx="1236">36</cx:pt>
          <cx:pt idx="1237">32</cx:pt>
          <cx:pt idx="1238">23</cx:pt>
          <cx:pt idx="1239">31</cx:pt>
          <cx:pt idx="1240">39</cx:pt>
          <cx:pt idx="1241">32</cx:pt>
          <cx:pt idx="1242">40</cx:pt>
          <cx:pt idx="1243">45</cx:pt>
          <cx:pt idx="1244">30</cx:pt>
          <cx:pt idx="1245">24</cx:pt>
          <cx:pt idx="1246">30</cx:pt>
          <cx:pt idx="1247">31</cx:pt>
          <cx:pt idx="1248">27</cx:pt>
          <cx:pt idx="1249">29</cx:pt>
          <cx:pt idx="1250">29</cx:pt>
          <cx:pt idx="1251">30</cx:pt>
          <cx:pt idx="1252">34</cx:pt>
          <cx:pt idx="1253">33</cx:pt>
          <cx:pt idx="1254">49</cx:pt>
          <cx:pt idx="1255">33</cx:pt>
          <cx:pt idx="1256">38</cx:pt>
          <cx:pt idx="1257">31</cx:pt>
          <cx:pt idx="1258">29</cx:pt>
          <cx:pt idx="1259">30</cx:pt>
          <cx:pt idx="1260">32</cx:pt>
          <cx:pt idx="1261">38</cx:pt>
          <cx:pt idx="1262">43</cx:pt>
          <cx:pt idx="1263">42</cx:pt>
          <cx:pt idx="1264">55</cx:pt>
          <cx:pt idx="1265">33</cx:pt>
          <cx:pt idx="1266">41</cx:pt>
          <cx:pt idx="1267">34</cx:pt>
          <cx:pt idx="1268">53</cx:pt>
          <cx:pt idx="1269">43</cx:pt>
          <cx:pt idx="1270">34</cx:pt>
          <cx:pt idx="1271">21</cx:pt>
          <cx:pt idx="1272">38</cx:pt>
          <cx:pt idx="1273">22</cx:pt>
          <cx:pt idx="1274">31</cx:pt>
          <cx:pt idx="1275">51</cx:pt>
          <cx:pt idx="1276">37</cx:pt>
          <cx:pt idx="1277">46</cx:pt>
          <cx:pt idx="1278">36</cx:pt>
          <cx:pt idx="1279">44</cx:pt>
          <cx:pt idx="1280">37</cx:pt>
          <cx:pt idx="1281">35</cx:pt>
          <cx:pt idx="1282">33</cx:pt>
          <cx:pt idx="1283">28</cx:pt>
          <cx:pt idx="1284">39</cx:pt>
          <cx:pt idx="1285">46</cx:pt>
          <cx:pt idx="1286">40</cx:pt>
          <cx:pt idx="1287">42</cx:pt>
          <cx:pt idx="1288">35</cx:pt>
          <cx:pt idx="1289">38</cx:pt>
          <cx:pt idx="1290">34</cx:pt>
          <cx:pt idx="1291">37</cx:pt>
          <cx:pt idx="1292">39</cx:pt>
          <cx:pt idx="1293">43</cx:pt>
          <cx:pt idx="1294">41</cx:pt>
          <cx:pt idx="1295">41</cx:pt>
          <cx:pt idx="1296">30</cx:pt>
          <cx:pt idx="1297">26</cx:pt>
          <cx:pt idx="1298">46</cx:pt>
          <cx:pt idx="1299">40</cx:pt>
          <cx:pt idx="1300">34</cx:pt>
          <cx:pt idx="1301">58</cx:pt>
          <cx:pt idx="1302">35</cx:pt>
          <cx:pt idx="1303">47</cx:pt>
          <cx:pt idx="1304">40</cx:pt>
          <cx:pt idx="1305">54</cx:pt>
          <cx:pt idx="1306">31</cx:pt>
          <cx:pt idx="1307">28</cx:pt>
          <cx:pt idx="1308">38</cx:pt>
          <cx:pt idx="1309">26</cx:pt>
          <cx:pt idx="1310">58</cx:pt>
          <cx:pt idx="1311">18</cx:pt>
          <cx:pt idx="1312">31</cx:pt>
          <cx:pt idx="1313">29</cx:pt>
          <cx:pt idx="1314">45</cx:pt>
          <cx:pt idx="1315">36</cx:pt>
          <cx:pt idx="1316">43</cx:pt>
          <cx:pt idx="1317">27</cx:pt>
          <cx:pt idx="1318">29</cx:pt>
          <cx:pt idx="1319">32</cx:pt>
          <cx:pt idx="1320">42</cx:pt>
          <cx:pt idx="1321">47</cx:pt>
          <cx:pt idx="1322">46</cx:pt>
          <cx:pt idx="1323">28</cx:pt>
          <cx:pt idx="1324">29</cx:pt>
          <cx:pt idx="1325">42</cx:pt>
          <cx:pt idx="1326">32</cx:pt>
          <cx:pt idx="1327">46</cx:pt>
          <cx:pt idx="1328">27</cx:pt>
          <cx:pt idx="1329">29</cx:pt>
          <cx:pt idx="1330">43</cx:pt>
          <cx:pt idx="1331">48</cx:pt>
          <cx:pt idx="1332">29</cx:pt>
          <cx:pt idx="1333">46</cx:pt>
          <cx:pt idx="1334">27</cx:pt>
          <cx:pt idx="1335">39</cx:pt>
          <cx:pt idx="1336">55</cx:pt>
          <cx:pt idx="1337">28</cx:pt>
          <cx:pt idx="1338">30</cx:pt>
          <cx:pt idx="1339">22</cx:pt>
          <cx:pt idx="1340">36</cx:pt>
          <cx:pt idx="1341">31</cx:pt>
          <cx:pt idx="1342">34</cx:pt>
          <cx:pt idx="1343">29</cx:pt>
          <cx:pt idx="1344">37</cx:pt>
          <cx:pt idx="1345">35</cx:pt>
          <cx:pt idx="1346">45</cx:pt>
          <cx:pt idx="1347">36</cx:pt>
          <cx:pt idx="1348">40</cx:pt>
          <cx:pt idx="1349">26</cx:pt>
          <cx:pt idx="1350">27</cx:pt>
          <cx:pt idx="1351">48</cx:pt>
          <cx:pt idx="1352">44</cx:pt>
          <cx:pt idx="1353">34</cx:pt>
          <cx:pt idx="1354">56</cx:pt>
          <cx:pt idx="1355">36</cx:pt>
          <cx:pt idx="1356">41</cx:pt>
          <cx:pt idx="1357">42</cx:pt>
          <cx:pt idx="1358">31</cx:pt>
          <cx:pt idx="1359">34</cx:pt>
          <cx:pt idx="1360">31</cx:pt>
          <cx:pt idx="1361">26</cx:pt>
          <cx:pt idx="1362">45</cx:pt>
          <cx:pt idx="1363">33</cx:pt>
          <cx:pt idx="1364">28</cx:pt>
          <cx:pt idx="1365">29</cx:pt>
          <cx:pt idx="1366">39</cx:pt>
          <cx:pt idx="1367">27</cx:pt>
          <cx:pt idx="1368">34</cx:pt>
          <cx:pt idx="1369">28</cx:pt>
          <cx:pt idx="1370">47</cx:pt>
          <cx:pt idx="1371">56</cx:pt>
          <cx:pt idx="1372">39</cx:pt>
          <cx:pt idx="1373">38</cx:pt>
          <cx:pt idx="1374">58</cx:pt>
          <cx:pt idx="1375">32</cx:pt>
          <cx:pt idx="1376">38</cx:pt>
          <cx:pt idx="1377">49</cx:pt>
          <cx:pt idx="1378">42</cx:pt>
          <cx:pt idx="1379">27</cx:pt>
          <cx:pt idx="1380">35</cx:pt>
          <cx:pt idx="1381">28</cx:pt>
          <cx:pt idx="1382">31</cx:pt>
          <cx:pt idx="1383">36</cx:pt>
          <cx:pt idx="1384">34</cx:pt>
          <cx:pt idx="1385">34</cx:pt>
          <cx:pt idx="1386">26</cx:pt>
          <cx:pt idx="1387">29</cx:pt>
          <cx:pt idx="1388">32</cx:pt>
          <cx:pt idx="1389">31</cx:pt>
          <cx:pt idx="1390">28</cx:pt>
          <cx:pt idx="1391">38</cx:pt>
          <cx:pt idx="1392">35</cx:pt>
          <cx:pt idx="1393">27</cx:pt>
          <cx:pt idx="1394">32</cx:pt>
          <cx:pt idx="1395">31</cx:pt>
          <cx:pt idx="1396">53</cx:pt>
          <cx:pt idx="1397">54</cx:pt>
          <cx:pt idx="1398">33</cx:pt>
          <cx:pt idx="1399">43</cx:pt>
          <cx:pt idx="1400">38</cx:pt>
          <cx:pt idx="1401">55</cx:pt>
          <cx:pt idx="1402">31</cx:pt>
          <cx:pt idx="1403">39</cx:pt>
          <cx:pt idx="1404">42</cx:pt>
          <cx:pt idx="1405">31</cx:pt>
          <cx:pt idx="1406">54</cx:pt>
          <cx:pt idx="1407">24</cx:pt>
          <cx:pt idx="1408">23</cx:pt>
          <cx:pt idx="1409">40</cx:pt>
          <cx:pt idx="1410">40</cx:pt>
          <cx:pt idx="1411">25</cx:pt>
          <cx:pt idx="1412">30</cx:pt>
          <cx:pt idx="1413">25</cx:pt>
          <cx:pt idx="1414">47</cx:pt>
          <cx:pt idx="1415">33</cx:pt>
          <cx:pt idx="1416">38</cx:pt>
          <cx:pt idx="1417">31</cx:pt>
          <cx:pt idx="1418">38</cx:pt>
          <cx:pt idx="1419">42</cx:pt>
          <cx:pt idx="1420">41</cx:pt>
          <cx:pt idx="1421">47</cx:pt>
          <cx:pt idx="1422">35</cx:pt>
          <cx:pt idx="1423">22</cx:pt>
          <cx:pt idx="1424">35</cx:pt>
          <cx:pt idx="1425">33</cx:pt>
          <cx:pt idx="1426">32</cx:pt>
          <cx:pt idx="1427">40</cx:pt>
          <cx:pt idx="1428">32</cx:pt>
          <cx:pt idx="1429">39</cx:pt>
          <cx:pt idx="1430">38</cx:pt>
          <cx:pt idx="1431">32</cx:pt>
          <cx:pt idx="1432">37</cx:pt>
          <cx:pt idx="1433">25</cx:pt>
          <cx:pt idx="1434">52</cx:pt>
          <cx:pt idx="1435">44</cx:pt>
          <cx:pt idx="1436">21</cx:pt>
          <cx:pt idx="1437">39</cx:pt>
          <cx:pt idx="1438">23</cx:pt>
          <cx:pt idx="1439">36</cx:pt>
          <cx:pt idx="1440">36</cx:pt>
          <cx:pt idx="1441">56</cx:pt>
          <cx:pt idx="1442">29</cx:pt>
          <cx:pt idx="1443">42</cx:pt>
          <cx:pt idx="1444">56</cx:pt>
          <cx:pt idx="1445">41</cx:pt>
          <cx:pt idx="1446">34</cx:pt>
          <cx:pt idx="1447">36</cx:pt>
          <cx:pt idx="1448">41</cx:pt>
          <cx:pt idx="1449">32</cx:pt>
          <cx:pt idx="1450">35</cx:pt>
          <cx:pt idx="1451">38</cx:pt>
          <cx:pt idx="1452">50</cx:pt>
          <cx:pt idx="1453">36</cx:pt>
          <cx:pt idx="1454">45</cx:pt>
          <cx:pt idx="1455">40</cx:pt>
          <cx:pt idx="1456">35</cx:pt>
          <cx:pt idx="1457">40</cx:pt>
          <cx:pt idx="1458">35</cx:pt>
          <cx:pt idx="1459">29</cx:pt>
          <cx:pt idx="1460">29</cx:pt>
          <cx:pt idx="1461">50</cx:pt>
          <cx:pt idx="1462">39</cx:pt>
          <cx:pt idx="1463">31</cx:pt>
          <cx:pt idx="1464">26</cx:pt>
          <cx:pt idx="1465">36</cx:pt>
          <cx:pt idx="1466">39</cx:pt>
          <cx:pt idx="1467">27</cx:pt>
          <cx:pt idx="1468">49</cx:pt>
          <cx:pt idx="1469">34</cx:pt>
        </cx:lvl>
      </cx:numDim>
    </cx:data>
  </cx:chartData>
  <cx:chart>
    <cx:title pos="t" align="ctr" overlay="0">
      <cx:tx>
        <cx:txData>
          <cx:v>Histograma Faixa Etária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 b="1">
              <a:solidFill>
                <a:sysClr val="windowText" lastClr="000000"/>
              </a:solidFill>
            </a:defRPr>
          </a:pPr>
          <a:r>
            <a:rPr lang="pt-BR" sz="1400" b="1" i="0" u="none" strike="noStrike" baseline="0">
              <a:solidFill>
                <a:sysClr val="windowText" lastClr="000000"/>
              </a:solidFill>
              <a:latin typeface="Calibri" panose="020F0502020204030204"/>
            </a:rPr>
            <a:t>Histograma Faixa Etária</a:t>
          </a:r>
        </a:p>
      </cx:txPr>
    </cx:title>
    <cx:plotArea>
      <cx:plotAreaRegion>
        <cx:series layoutId="clusteredColumn" uniqueId="{AD322B03-7FDF-4AF1-BC07-FBF28FEFBECB}">
          <cx:tx>
            <cx:txData>
              <cx:f>Base!$C$7</cx:f>
              <cx:v>Idade</cx:v>
            </cx:txData>
          </cx:tx>
          <cx:spPr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accent1">
                  <a:lumMod val="75000"/>
                </a:schemeClr>
              </a:solidFill>
            </a:ln>
          </cx:spPr>
          <cx:dataLabels/>
          <cx:dataId val="0"/>
          <cx:layoutPr>
            <cx:binning intervalClosed="r" underflow="25" overflow="50">
              <cx:binCount val="7"/>
            </cx:binning>
          </cx:layoutPr>
        </cx:series>
      </cx:plotAreaRegion>
      <cx:axis id="0">
        <cx:catScaling gapWidth="0.5"/>
        <cx:tickLabels/>
      </cx:axis>
      <cx:axis id="1">
        <cx:valScaling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8A281-E820-F1EE-AB0A-125920C4B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EE1F2B-CE7A-1E64-EA4E-5E61207D1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430CC5-EFC8-9648-B7E1-668CE5E77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6C4BE-9A30-449F-9F76-36DC184102CA}" type="datetimeFigureOut">
              <a:rPr lang="pt-BR" smtClean="0"/>
              <a:t>10/01/2025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4305F5-A59D-05B1-A5F6-35B3519C6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6A0EF5-DFBE-CFB8-9339-E7E05000F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5BFD-EDB3-48C2-BB46-88889E48AF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886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70A64A-431A-5FBA-DCE7-8C6C95B38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FFF885-A4C2-A941-E9E3-6C79E5E09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D6DF93-95B0-DB09-10D9-BB1C06D04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6C4BE-9A30-449F-9F76-36DC184102CA}" type="datetimeFigureOut">
              <a:rPr lang="pt-BR" smtClean="0"/>
              <a:t>10/01/2025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3319C3-5D15-6B01-3830-C3CFA0BED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ECDE9C-0ED8-13AC-31B7-369FF2C72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5BFD-EDB3-48C2-BB46-88889E48AF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852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EE27CA-5FDA-5186-7082-61146C192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DB46FE8-D7FD-82B3-EC2F-5C7C08263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F16B56-FEA1-32DE-40DC-31D824FFD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6C4BE-9A30-449F-9F76-36DC184102CA}" type="datetimeFigureOut">
              <a:rPr lang="pt-BR" smtClean="0"/>
              <a:t>10/01/2025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D4B01C-F97F-02EA-3780-B57999287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7F14A6-7A01-FD5D-4893-9BEB4B1AA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5BFD-EDB3-48C2-BB46-88889E48AF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91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5D79BB-A14E-72DD-9FA7-678C98C83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2422EB-9EE7-28F7-3CF3-7AE8CBFC2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41AFEFA-93B6-1DC1-ACB4-AC34A13C1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E79DC78-8C98-19CF-DC27-846C3057D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6C4BE-9A30-449F-9F76-36DC184102CA}" type="datetimeFigureOut">
              <a:rPr lang="pt-BR" smtClean="0"/>
              <a:t>10/01/2025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A04000-07FB-C9F6-D6F9-054B2D738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48EFFB4-52CB-63D6-E562-638F027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5BFD-EDB3-48C2-BB46-88889E48AF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9796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0A1029-B2E3-60BD-3653-9EAA1927E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D6128E-CE74-4124-4DB3-967C22837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A9C6478-6238-ECCC-E965-D2544C90B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77CD130-6BC0-8A00-61D0-34E85521D8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B724E7E-F722-0FFA-C5FC-4ADE6A9A5E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CFC3AB4-DAE7-E767-6A3B-042307ED0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6C4BE-9A30-449F-9F76-36DC184102CA}" type="datetimeFigureOut">
              <a:rPr lang="pt-BR" smtClean="0"/>
              <a:t>10/01/2025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29B6756-5DEC-FED6-07B7-FDA025E7C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770BBAC-ECCB-841A-DD8B-FAE4B329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5BFD-EDB3-48C2-BB46-88889E48AF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0973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7B5AA-497C-BC78-0EA4-FA13A9411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B1D40C6-1754-4633-4240-5D4870324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6C4BE-9A30-449F-9F76-36DC184102CA}" type="datetimeFigureOut">
              <a:rPr lang="pt-BR" smtClean="0"/>
              <a:t>10/01/2025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87308E-4DFE-1AE7-E761-5973C23FC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BCF7D1-67A3-E496-249A-441CFC3A9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5BFD-EDB3-48C2-BB46-88889E48AF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624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62571B9-2041-A875-C3C6-B8521248F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6C4BE-9A30-449F-9F76-36DC184102CA}" type="datetimeFigureOut">
              <a:rPr lang="pt-BR" smtClean="0"/>
              <a:t>10/01/2025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42A4D92-9955-DE45-9366-72D959C1B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868169-88D6-33D4-5830-2165FDEBA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5BFD-EDB3-48C2-BB46-88889E48AF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7594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8E65A-766F-3EB0-3FD3-20CC69793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922505-0D4F-564C-5059-CAA3270A6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C158F7-C156-3B79-C77A-5E0323CED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EB51C0-559F-1D5D-8939-2705AC3B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6C4BE-9A30-449F-9F76-36DC184102CA}" type="datetimeFigureOut">
              <a:rPr lang="pt-BR" smtClean="0"/>
              <a:t>10/01/2025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D62668-C1FD-6DD6-7868-4B60C47DF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D49713-C825-EFE8-6793-C8F757CB9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5BFD-EDB3-48C2-BB46-88889E48AF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1746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D6E509-D842-8C32-72B0-D9BF48AB1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DD40CA7-4096-F4CA-C370-862A10BA9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4223871-3450-C76B-C31E-D4403D200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702B025-D8EE-F07A-4C28-B2108EAF4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6C4BE-9A30-449F-9F76-36DC184102CA}" type="datetimeFigureOut">
              <a:rPr lang="pt-BR" smtClean="0"/>
              <a:t>10/01/2025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99B0505-D771-A8AD-D442-EE81CBFFF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9461E1-A089-096B-BBB0-93F9ACA5A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5BFD-EDB3-48C2-BB46-88889E48AF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3778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FF3EB3-2634-BA90-7758-F30D7F8D9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3CAE060-38EE-D070-D3A1-19845188B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6A494C-294F-F809-9531-6F5723C0A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6C4BE-9A30-449F-9F76-36DC184102CA}" type="datetimeFigureOut">
              <a:rPr lang="pt-BR" smtClean="0"/>
              <a:t>10/01/2025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6FF618-2D62-B512-C52A-55400B685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6AE1C5-8C81-3ECD-6AEF-7D6633576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5BFD-EDB3-48C2-BB46-88889E48AF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1032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43531C-DE55-E315-1670-9A4950D11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5D9042D-D83D-5B47-702A-823ECFE1D1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B527EB-B749-D247-7AD4-F3C2F4FCA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6C4BE-9A30-449F-9F76-36DC184102CA}" type="datetimeFigureOut">
              <a:rPr lang="pt-BR" smtClean="0"/>
              <a:t>10/01/2025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8B54DC-9177-B701-417A-F35EE819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3E60BC-C94E-5FA5-4720-F6E4C867E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5BFD-EDB3-48C2-BB46-88889E48AF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698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73A1253-7D30-75F2-1D86-F31F60522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E3B1BA-18DF-0CD0-9107-08F678413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B1D57E-F8DE-AFFC-2EAB-F93C90EACD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6C4BE-9A30-449F-9F76-36DC184102CA}" type="datetimeFigureOut">
              <a:rPr lang="pt-BR" smtClean="0"/>
              <a:t>10/01/2025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38770B-D364-6F47-4D3A-853CFB55FC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2AE635-D480-C43A-669A-1F602BF340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25BFD-EDB3-48C2-BB46-88889E48AF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178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9" name="Gráfico 8">
                <a:extLst>
                  <a:ext uri="{FF2B5EF4-FFF2-40B4-BE49-F238E27FC236}">
                    <a16:creationId xmlns:a16="http://schemas.microsoft.com/office/drawing/2014/main" id="{0786926A-443A-4471-B69A-E3FE10CC56B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879283245"/>
                  </p:ext>
                </p:extLst>
              </p:nvPr>
            </p:nvGraphicFramePr>
            <p:xfrm>
              <a:off x="409575" y="790575"/>
              <a:ext cx="11163300" cy="5133976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9" name="Gráfico 8">
                <a:extLst>
                  <a:ext uri="{FF2B5EF4-FFF2-40B4-BE49-F238E27FC236}">
                    <a16:creationId xmlns:a16="http://schemas.microsoft.com/office/drawing/2014/main" id="{0786926A-443A-4471-B69A-E3FE10CC56B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9575" y="790575"/>
                <a:ext cx="11163300" cy="513397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01749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Luane Rodrigues</dc:creator>
  <cp:lastModifiedBy>Luane Rodrigues</cp:lastModifiedBy>
  <cp:revision>1</cp:revision>
  <dcterms:created xsi:type="dcterms:W3CDTF">2025-01-10T12:44:43Z</dcterms:created>
  <dcterms:modified xsi:type="dcterms:W3CDTF">2025-01-10T12:49:41Z</dcterms:modified>
</cp:coreProperties>
</file>